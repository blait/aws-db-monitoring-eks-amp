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eokhyun-Lee/aws-db-monitoring-eks-amp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DB Monitoring</a:t>
            </a:r>
            <a:endParaRPr lang="en-US" sz="3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 + Prometheus + Amazon Managed Prometheus + Managed Grafana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DB Engine-Level Metrics Collection Platform</a:t>
            </a:r>
            <a:endParaRPr lang="en-US" sz="16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4008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Deokhyun Lee  |  Database Specialist SA, AWS Korea  |  2026-08-21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Platform?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4114800" cy="2011680"/>
          </a:xfrm>
          <a:prstGeom prst="rect">
            <a:avLst>
              <a:gd name="adj" fmla="val 2273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CloudWatch / PI 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Surface-level metrics only (CPU, Memory)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No engine internal visibility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- 60s minimum granularity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Separate tools per engine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Limited custom metrics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2011680"/>
          </a:xfrm>
          <a:prstGeom prst="rect">
            <a:avLst>
              <a:gd name="adj" fmla="val 2273"/>
            </a:avLst>
          </a:prstGeom>
          <a:solidFill>
            <a:srgbClr val="2A3A4E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Platform Provides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Engine-level deep metrics (InnoDB, pg_stat_io)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Unified view across all DB engines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- 15s scrape interval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ConfigMap-based custom metrics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AI-ready metrics for auto diagnosis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Engines: Aurora MySQL, Aurora PostgreSQL, RDS SQL Server, ElastiCache (Valkey), DynamoDB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1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8C68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C68C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DB Sources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MySQL/PG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RDS SQL Server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ElastiCache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&gt;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B9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9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(EKS)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mysqld_exporter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mssql_exporter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redis_exporter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(sigv4 auth)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Write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2356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1EC2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Storage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1500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(storage)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AMG (dashboard)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Recording Rules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(archive)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69480" y="25603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AAAA"/>
                </a:solidFill>
              </a:rPr>
              <a:t>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645920" cy="3474720"/>
          </a:xfrm>
          <a:prstGeom prst="rect">
            <a:avLst>
              <a:gd name="adj" fmla="val 2778"/>
            </a:avLst>
          </a:prstGeom>
          <a:solidFill>
            <a:srgbClr val="2A3A4E"/>
          </a:solidFill>
          <a:ln w="19050">
            <a:solidFill>
              <a:srgbClr val="FF4F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1887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1828800"/>
            <a:ext cx="1463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(Email/Slack/SMS)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AlertManager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2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One-Click Deployment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deploy-all.sh — Full Stack in ~40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Subnets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3736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15min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Exporters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89520" y="1280160"/>
            <a:ext cx="1325880" cy="1645920"/>
          </a:xfrm>
          <a:prstGeom prst="rect">
            <a:avLst>
              <a:gd name="adj" fmla="val 3448"/>
            </a:avLst>
          </a:prstGeom>
          <a:solidFill>
            <a:srgbClr val="2A3A4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0" y="1325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35240" y="169164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89520" y="256032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C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822960"/>
          </a:xfrm>
          <a:prstGeom prst="rect">
            <a:avLst>
              <a:gd name="adj" fmla="val 5556"/>
            </a:avLst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291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https://github.com/Deokhyun-Lee/aws-db-monitoring-eks-amp.git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EC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aws-db-monitoring-eks-amp &amp;&amp; ./deploy-all.sh --region ap-northeast-2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~$3.5/hr  |  Cleanup: ./cleanup.sh  |  CloudShell ready (no local install needed)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3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 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CronJob scans AWS APIs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5 min. New DB?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 auto-deployed.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Exporter HA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Active-Active replicas.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Recording Rules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dedup (0s gap).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1097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Multi-Account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Hub-Spoke pattern.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Cross-account IAM.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 cost savings.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Metrics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ConfigMap-based.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steps to add.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internals.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490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 Alerting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rules, 3 severities.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Anti-storm design.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Email/Slack/SMS.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3017520"/>
            <a:ext cx="2743200" cy="1737360"/>
          </a:xfrm>
          <a:prstGeom prst="rect">
            <a:avLst>
              <a:gd name="adj" fmla="val 2632"/>
            </a:avLst>
          </a:prstGeom>
          <a:solidFill>
            <a:srgbClr val="2A3A4E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Archive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 150d limit bypass.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Parquet + Glacier.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Athena queryable.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4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6576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840480"/>
              </a:tblGrid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v1.31 (3 nodes, m5.large)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 orchestration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3.10.5 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DB (MySQL)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17.7 LTS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Relational DB (PostgreSQL)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RDS SQL Server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SQL 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 (Multi-AZ)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In-memory cache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Server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Scraping + Remote Write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mysqld/postgres/redis_exporter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 metrics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Managed Prometheus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Time-series storage (150d)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Viz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Managed Grafana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Dashboards + Alerting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Archive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S3 Glacier + Athena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Long-term retention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5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Test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Tested: 2026-08-21 on AWS CloudShell (ap-northeast-2)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3931920"/>
              </a:tblGrid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VPC + 3AZ Subnets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2m 33s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 GW single (cost opt)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3.10.5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Writer + 2 Readers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17.7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Writer + 2 Readers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Express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db.t3.medium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Multi-AZ, 2 nodes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v1.31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 m5.large nodes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 Workspace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sigv4 remote write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Prometheus Server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MySQL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PostgreSQL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Redis Exporter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&lt;1min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1/1 Running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35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Metrics Pipeline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VERIFIED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up{} query success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6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Learned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4114800" cy="3657600"/>
          </a:xfrm>
          <a:prstGeom prst="rect">
            <a:avLst>
              <a:gd name="adj" fmla="val 1250"/>
            </a:avLst>
          </a:prstGeom>
          <a:solidFill>
            <a:srgbClr val="2A3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F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Issues Found &amp; Fixed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CFn Korean text in Description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ASCII only for API fields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EKS 1.30 EOL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Updated to 1.31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SQL Server Express + t3.xlarge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Express max: t3.medium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VPCSecurityGroups vs VpcSecurityGroupIds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DBInstance != DBCluster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AWS CLI comma in List params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Escape: ${VAR//,/\\,}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ADOT Helm chart incompatibility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&gt; Switched to Prometheus Server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3657600"/>
          </a:xfrm>
          <a:prstGeom prst="rect">
            <a:avLst>
              <a:gd name="adj" fmla="val 1250"/>
            </a:avLst>
          </a:prstGeom>
          <a:solidFill>
            <a:srgbClr val="2A3A4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C2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Decisions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 vs Prometheus: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Prometheus chosen for stability.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ADOT chart has multiple issues: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image.repository required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${} env var interpretation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filter OTTL syntax changes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aws_auth deprecated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 advantages: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Native sigv4 remote write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Stable Helm chart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Same AMP integration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Proven in production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7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Estimation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200400"/>
        </p:xfrm>
        <a:graphic>
          <a:graphicData uri="http://schemas.openxmlformats.org/drawingml/2006/table">
            <a:tbl>
              <a:tblPr/>
              <a:tblGrid>
                <a:gridCol w="3474720"/>
                <a:gridCol w="1371600"/>
                <a:gridCol w="1371600"/>
                <a:gridCol w="23774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EKS Cluster (control plane)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 m5.large nodes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MySQL (3 instances)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 PostgreSQL (3 instances)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$13.92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 Server Express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ElastiCache Valkey (2 nodes)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AMP (ingestion + storage)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 Gateway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(approx.)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$44.23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Workshop/test: Run cleanup.sh after testing to avoid unnecessary cost.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DB Monitoring Platform  |  8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Started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CloudShell in AWS Console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clone + ./deploy-all.sh (40 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Grafana 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custom metrics (ConfigMap)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multi-account (StackSet)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7772400" cy="548640"/>
          </a:xfrm>
          <a:prstGeom prst="rect">
            <a:avLst>
              <a:gd name="adj" fmla="val 8333"/>
            </a:avLst>
          </a:prstGeom>
          <a:solidFill>
            <a:srgbClr val="2A3A4E"/>
          </a:solidFill>
          <a:ln/>
        </p:spPr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822960" y="44805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github.com/Deokhyun-Lee/aws-db-monitoring-eks-amp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DB 통합 모니터링 플랫폼 — 아키텍처 소개</dc:title>
  <dc:subject>PptxGenJS Presentation</dc:subject>
  <dc:creator>Deokhyun Lee</dc:creator>
  <cp:lastModifiedBy>Deokhyun Lee</cp:lastModifiedBy>
  <cp:revision>1</cp:revision>
  <dcterms:created xsi:type="dcterms:W3CDTF">2026-08-21T05:44:31Z</dcterms:created>
  <dcterms:modified xsi:type="dcterms:W3CDTF">2026-08-21T05:44:31Z</dcterms:modified>
</cp:coreProperties>
</file>