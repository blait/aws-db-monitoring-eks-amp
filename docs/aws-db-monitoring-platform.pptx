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okhyun-Lee/aws-db-monitoring-eks-am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okhyun-Lee/aws-db-monitoring-eks-am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데이터베이스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통합 모니터링 플랫폼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+ Prometheus + Amazon Managed Prometheus + Managed Grafana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 레벨 심층 메트릭까지 완전 수집하는 통합 관측 플랫폼</a:t>
            </a:r>
            <a:endParaRPr lang="en-US" sz="1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github.com/Deokhyun-Lee/aws-db-monitoring-eks-amp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Amazon Web Services, Inc. or its affiliates.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전체 아키텍처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원클릭 배포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자동 디스커버리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Exporter 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00584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143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멀티 어카운트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148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SNS 알람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301752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154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커스텀 메트릭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4023360"/>
            <a:ext cx="4114800" cy="822960"/>
          </a:xfrm>
          <a:prstGeom prst="rect">
            <a:avLst>
              <a:gd name="adj" fmla="val 5556"/>
            </a:avLst>
          </a:prstGeom>
          <a:solidFill>
            <a:srgbClr val="2A3A4E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4160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DynamoDB + 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1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전체 아키텍처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5계층 데이터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45920" cy="320040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8C6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68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DB 소스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MySQL/PG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MSSQL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1645920" cy="320040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1B9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수집 (EKS)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2011680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mysqld_exporter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postgres_exporter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mssql_exporter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redis_exporter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1371600"/>
            <a:ext cx="1645920" cy="320040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전송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011680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Server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Write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sigv4 인증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AMP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23560" y="1371600"/>
            <a:ext cx="1645920" cy="320040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1EC2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저장/시각화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011680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(저장)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 (대시보드)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Rules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1371600"/>
            <a:ext cx="1645920" cy="320040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 알람/진단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011680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(Email/Slack)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AgentCore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2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레포 — 73개 파일, 18개 디렉토리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helm-charts/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auto-discovery/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ha-config/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474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alerting/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custom-metrics/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multi-account/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s3-archive/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3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원클릭 배포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deploy-all.sh 하나로 전체 배포 (EKS v1.31)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C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./deploy-all.sh --region ap-northeast-2   # 35~50분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VPC(3분) → EKS v1.31(15분) → AMP(2분) → DB(15분) → Prometheus+Exporters(5분) → Dashboard(2분)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비용: ~$3.5/hr  |  Aurora MySQL 3.10.5 LTS + PostgreSQL 17.7 LTS  |  EKS 3노드 m5.large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4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자동 디스커버리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CronJob 기반 — DB 추가 시 자동 감지 + Exporter 배포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CronJob(5분) → AWS API 호출 → 신규 DB 감지 → Exporter Pod 자동 배포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지원: Aurora MySQL/PG | RDS Standalone | ElastiCache | DynamoDB (CW Receiver)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5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Exporter 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Active-Active + AMP Recording Rules Dedup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114800" cy="2011680"/>
          </a:xfrm>
          <a:prstGeom prst="rect">
            <a:avLst>
              <a:gd name="adj" fmla="val 2273"/>
            </a:avLst>
          </a:prstGeom>
          <a:solidFill>
            <a:srgbClr val="2A3A4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Active-Active 장점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0초 gap — 항상 2개 Pod 수집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AZ간 podAntiAffinity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Failover 시 스파이크 없음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Pod별 rate() → NaN 자동 제외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206240" cy="2011680"/>
          </a:xfrm>
          <a:prstGeom prst="rect">
            <a:avLst>
              <a:gd name="adj" fmla="val 2273"/>
            </a:avLst>
          </a:prstGeom>
          <a:solidFill>
            <a:srgbClr val="2A3A4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Dedup (AMP Recording Rules)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Prometheus → 양쪽 Pod 스크래핑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AMP에 Raw 저장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without(pod) → 1 line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Grafana는 db: prefix만 사용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go_*/process_* Drop(30% 절감) | Pre-aggregated | AMP +20%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6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멀티 어카운트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Hub-Spoke 패턴 — 중앙 집중 모니터링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Hub: EKS+AMP+AMG (1계정) | Spoke: IAM Role only (StackSet)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Cross-Account AssumeRole + Transit Gateway | 비용 83% 절감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7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SNS 알람 — 26개 Rules, 3단계 심각도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심각도별 라우팅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Info(8): Email | Warning(12): Email+Slack | Critical(6): Email+Slack+SMS+PagerDuty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C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Anti-Storm: group_by(db_instance) + inhibit_rules + repeat_interval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8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커스텀 메트릭 — ConfigMap 3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ConfigMap 기반 확장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편집 → kubectl apply → rollout restart (3 Step)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MySQL: InnoDB Hash, Redo Log | PG: pg_stat_io, WAL | MSSQL: Wait Stats | Redis: Slow Log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9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DynamoDB + S3 아카이브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CloudWatch 수집 + S3 Glacier 장기 보관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DynamoDB: CW Receiver (엔진 비공개) | AMP 150일 한계 → Lambda Daily Export → S3 Parquet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Lifecycle: Standard(90d) → Glacier Instant(365d) → Deep Archive | 82% 비용 절감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10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시작하기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git clone → deploy-all.sh (35분)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Grafana 접속 → 대시보드 확인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커스텀 메트릭 추가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멀티 어카운트 확장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AI Agent 연동 (Bedrock)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7772400" cy="640080"/>
          </a:xfrm>
          <a:prstGeom prst="rect">
            <a:avLst>
              <a:gd name="adj" fmla="val 7143"/>
            </a:avLst>
          </a:prstGeom>
          <a:solidFill>
            <a:srgbClr val="2A3A4E"/>
          </a:solidFill>
          <a:ln/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822960" y="40233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github.com/Deokhyun-Lee/aws-db-monitoring-eks-amp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DB Monitoring Platform</dc:title>
  <dc:subject>PptxGenJS Presentation</dc:subject>
  <dc:creator>Deokhyun Lee</dc:creator>
  <cp:lastModifiedBy>Deokhyun Lee</cp:lastModifiedBy>
  <cp:revision>1</cp:revision>
  <dcterms:created xsi:type="dcterms:W3CDTF">2026-08-21T05:52:59Z</dcterms:created>
  <dcterms:modified xsi:type="dcterms:W3CDTF">2026-08-21T05:52:59Z</dcterms:modified>
</cp:coreProperties>
</file>